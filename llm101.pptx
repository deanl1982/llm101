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0" autoAdjust="0"/>
    <p:restoredTop sz="94660"/>
  </p:normalViewPr>
  <p:slideViewPr>
    <p:cSldViewPr snapToGrid="0">
      <p:cViewPr varScale="1">
        <p:scale>
          <a:sx n="90" d="100"/>
          <a:sy n="90" d="100"/>
        </p:scale>
        <p:origin x="16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50C464-F133-FE61-63BE-E41D727239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1014A6-FD0E-88AA-439D-A6B5AC8BEB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D77A1D-2E15-09DA-2B94-6A12B4E61A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7759CD-ADF5-4214-B1DA-2DB7F29C09F2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95E2AD-604E-BEA6-CC03-C7B9020266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730D5F-5D2A-9D6A-F6BE-F517C5499D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45C24C-D7CB-4984-B26A-109C3AB792A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13486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C6A33-6F04-1DF5-6C0D-7F48AA4D36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3FEF0F-0A16-E0B0-8ADD-621BCCE40A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F78814-93DD-882A-7100-085C72C245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7759CD-ADF5-4214-B1DA-2DB7F29C09F2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E0D981-D517-CA47-CAAF-C777709F5C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1B62E0-F5EB-8DD4-A226-95E706E3C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45C24C-D7CB-4984-B26A-109C3AB792A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14175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AC044A-9D59-1A8A-36BB-66957FA75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669BEB-7879-2EAB-B21B-A0C198675A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0B1747-FFB9-4CCF-A1E7-4B15B3A09B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7759CD-ADF5-4214-B1DA-2DB7F29C09F2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E08AC5-2BE1-CCE3-8919-9BFC6991EA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3C5627-1E35-EFC4-E759-066D426809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45C24C-D7CB-4984-B26A-109C3AB792A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85053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685AD-06A9-B3AC-A46A-42D3AFC1D7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551836-3769-D9DB-8873-6F168FE3800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483316-49A7-CB16-148D-31606ADBE3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878FA4-3546-2F9C-AE9F-629C455DA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7759CD-ADF5-4214-B1DA-2DB7F29C09F2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56459C-27B5-4FCA-AA5E-1746F24B83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C728EC-BEF4-6375-CEF7-FBB890C4F8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45C24C-D7CB-4984-B26A-109C3AB792A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3713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1441BB-6F57-41A0-0164-950DC9A8FE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E61ECA-F85E-A515-8769-757E6A6CC0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7157FC-012F-C8EF-FFC5-AA2FEADBD5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AF2CCEA-C2F3-53E3-B124-C9B1DBBEE9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F41E25B-8BCD-C127-D17A-46CAF2F732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A73ABDE-91B8-942B-844E-B19ED4E188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7759CD-ADF5-4214-B1DA-2DB7F29C09F2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2C8EE9E-7B0B-D198-73FD-32E273D517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F50FE7C-C625-EFF9-5720-4E95E2DEA6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45C24C-D7CB-4984-B26A-109C3AB792A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21249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E2011-DEA2-2DF4-D50D-31A553E18E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0809327-2C8E-A2B6-AF57-DB97D539D2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7759CD-ADF5-4214-B1DA-2DB7F29C09F2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BAEEF4-667A-65CF-3E75-F5023AEF9B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C569171-AF04-148A-3AF7-FB67B554C7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45C24C-D7CB-4984-B26A-109C3AB792A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0621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1A492FF-FA0B-5037-1517-B52E05162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7759CD-ADF5-4214-B1DA-2DB7F29C09F2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305E8BE-C984-C9FD-6F43-0A460DB2A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3C8E8C-BCD8-F747-2B96-B96428EAD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45C24C-D7CB-4984-B26A-109C3AB792A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56828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9F2C4C-99D6-B507-7C54-935E100BAC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B6A26B-43A4-6F2E-D501-9A9AB9A8BD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170985-C94D-AE97-4184-E0947451DE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227383-0274-8230-A7B5-E3A7CD17B1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7759CD-ADF5-4214-B1DA-2DB7F29C09F2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4E8A9C-74F4-E863-587C-C50FCB6227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96B8F9-4AC7-D62B-FB24-81180CDB3A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45C24C-D7CB-4984-B26A-109C3AB792A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43365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E99518-EA73-2289-EA89-8868CD908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CA90B26-CCB3-26FB-7187-0114CF99D04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1C58CE1-D41D-7F70-E6ED-1BFD9F1B22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7960C6-D365-0DBE-0F0E-F49D7165FE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7759CD-ADF5-4214-B1DA-2DB7F29C09F2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C1E029-6CC9-DCFC-614F-FFE3101896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557D08-73BD-D0F5-6797-3CA79D5BC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45C24C-D7CB-4984-B26A-109C3AB792A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868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12B82-41C7-46AC-5258-23357893A0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CEBE67-7C25-0A8C-1FC8-D0FBB86F31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72CA0-E61D-2103-45C7-6CD082B81C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7759CD-ADF5-4214-B1DA-2DB7F29C09F2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A0CD7A-A8D8-2B17-9890-C388E9A095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9D158B-6CBC-F323-5EFE-609C50850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45C24C-D7CB-4984-B26A-109C3AB792A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838477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CB7325-E1A0-CEDF-63D1-D0633DCC316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7724A8-7716-71F5-0A71-62490A504F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51512D-776C-C80F-D8B2-4799B2BFC2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7759CD-ADF5-4214-B1DA-2DB7F29C09F2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0D634B-AF0E-40A3-B940-8B37538D2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75BA52-7E7E-6110-B58E-792D1BA8B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45C24C-D7CB-4984-B26A-109C3AB792A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42558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A20FD53-D377-3354-20C1-277D6150E2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9EE5DB-975C-9D0C-EF01-5B6CE9E791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C94F07-06B2-99AB-6518-ED1A4177E4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97759CD-ADF5-4214-B1DA-2DB7F29C09F2}" type="datetimeFigureOut">
              <a:rPr lang="en-GB" smtClean="0"/>
              <a:t>12/01/2026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B12221-B671-2A75-B64F-FFED447D09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CD3198-6DB2-2099-EC8D-83527BD6CB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45C24C-D7CB-4984-B26A-109C3AB792A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87985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map of the united kingdom&#10;&#10;AI-generated content may be incorrect.">
            <a:extLst>
              <a:ext uri="{FF2B5EF4-FFF2-40B4-BE49-F238E27FC236}">
                <a16:creationId xmlns:a16="http://schemas.microsoft.com/office/drawing/2014/main" id="{8818B705-F537-BB80-07A3-F1D174A9B28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87" t="3930" r="4914" b="4663"/>
          <a:stretch>
            <a:fillRect/>
          </a:stretch>
        </p:blipFill>
        <p:spPr>
          <a:xfrm>
            <a:off x="3479180" y="-36872"/>
            <a:ext cx="5270810" cy="6929952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7E85B227-B127-0F95-53BA-956D0CE4E7F3}"/>
              </a:ext>
            </a:extLst>
          </p:cNvPr>
          <p:cNvSpPr/>
          <p:nvPr/>
        </p:nvSpPr>
        <p:spPr>
          <a:xfrm>
            <a:off x="6631207" y="3591492"/>
            <a:ext cx="45719" cy="45719"/>
          </a:xfrm>
          <a:prstGeom prst="ellipse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7C144B1-6B8D-692D-3015-C5F10CAAEB6B}"/>
              </a:ext>
            </a:extLst>
          </p:cNvPr>
          <p:cNvSpPr/>
          <p:nvPr/>
        </p:nvSpPr>
        <p:spPr>
          <a:xfrm>
            <a:off x="6585488" y="3661342"/>
            <a:ext cx="45719" cy="45719"/>
          </a:xfrm>
          <a:prstGeom prst="ellipse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8FBAB90-6222-7B69-C002-57A769E5C67E}"/>
              </a:ext>
            </a:extLst>
          </p:cNvPr>
          <p:cNvSpPr/>
          <p:nvPr/>
        </p:nvSpPr>
        <p:spPr>
          <a:xfrm>
            <a:off x="6539769" y="3731192"/>
            <a:ext cx="45719" cy="45719"/>
          </a:xfrm>
          <a:prstGeom prst="ellipse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FCF5D66-AC75-183D-9910-F6C21007363C}"/>
              </a:ext>
            </a:extLst>
          </p:cNvPr>
          <p:cNvSpPr/>
          <p:nvPr/>
        </p:nvSpPr>
        <p:spPr>
          <a:xfrm>
            <a:off x="6457537" y="3661342"/>
            <a:ext cx="45719" cy="45719"/>
          </a:xfrm>
          <a:prstGeom prst="ellipse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E49702AE-A9CD-908E-31E3-D40BA824FAD4}"/>
              </a:ext>
            </a:extLst>
          </p:cNvPr>
          <p:cNvSpPr/>
          <p:nvPr/>
        </p:nvSpPr>
        <p:spPr>
          <a:xfrm>
            <a:off x="6516909" y="3581899"/>
            <a:ext cx="45719" cy="45719"/>
          </a:xfrm>
          <a:prstGeom prst="ellipse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8CC2D242-5D2F-7EAD-F429-F2FFF4152EBF}"/>
              </a:ext>
            </a:extLst>
          </p:cNvPr>
          <p:cNvSpPr/>
          <p:nvPr/>
        </p:nvSpPr>
        <p:spPr>
          <a:xfrm>
            <a:off x="6576281" y="3502456"/>
            <a:ext cx="45719" cy="45719"/>
          </a:xfrm>
          <a:prstGeom prst="ellipse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ADDA758D-5B6F-D7B4-D858-8BE6EA90840D}"/>
              </a:ext>
            </a:extLst>
          </p:cNvPr>
          <p:cNvSpPr/>
          <p:nvPr/>
        </p:nvSpPr>
        <p:spPr>
          <a:xfrm>
            <a:off x="6654066" y="3492035"/>
            <a:ext cx="45719" cy="45719"/>
          </a:xfrm>
          <a:prstGeom prst="ellipse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FD83A37B-70EE-8F11-EA53-407541CE0366}"/>
              </a:ext>
            </a:extLst>
          </p:cNvPr>
          <p:cNvSpPr/>
          <p:nvPr/>
        </p:nvSpPr>
        <p:spPr>
          <a:xfrm>
            <a:off x="6631207" y="3372066"/>
            <a:ext cx="45719" cy="45719"/>
          </a:xfrm>
          <a:prstGeom prst="ellipse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F5B1CA91-62C6-AE5A-4479-020A722FC9E4}"/>
              </a:ext>
            </a:extLst>
          </p:cNvPr>
          <p:cNvSpPr/>
          <p:nvPr/>
        </p:nvSpPr>
        <p:spPr>
          <a:xfrm>
            <a:off x="6742867" y="3638482"/>
            <a:ext cx="45719" cy="45719"/>
          </a:xfrm>
          <a:prstGeom prst="ellipse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2AF7DED-A807-E7D1-9B2C-21617ABF5073}"/>
              </a:ext>
            </a:extLst>
          </p:cNvPr>
          <p:cNvSpPr/>
          <p:nvPr/>
        </p:nvSpPr>
        <p:spPr>
          <a:xfrm>
            <a:off x="6667720" y="3708332"/>
            <a:ext cx="45719" cy="45719"/>
          </a:xfrm>
          <a:prstGeom prst="ellipse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DED95AD2-A47F-9049-C7B0-29F27044BD0E}"/>
              </a:ext>
            </a:extLst>
          </p:cNvPr>
          <p:cNvSpPr/>
          <p:nvPr/>
        </p:nvSpPr>
        <p:spPr>
          <a:xfrm>
            <a:off x="6625713" y="3797368"/>
            <a:ext cx="45719" cy="45719"/>
          </a:xfrm>
          <a:prstGeom prst="ellipse">
            <a:avLst/>
          </a:prstGeom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87353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7124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5fae8262-b78e-4366-8929-a5d6aac95320}" enabled="1" method="Standard" siteId="{cf36141c-ddd7-45a7-b073-111f66d0b30c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300</TotalTime>
  <Words>0</Words>
  <Application>Microsoft Office PowerPoint</Application>
  <PresentationFormat>Widescreen</PresentationFormat>
  <Paragraphs>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Dean Lawrence</dc:creator>
  <cp:lastModifiedBy>Dean Lawrence</cp:lastModifiedBy>
  <cp:revision>1</cp:revision>
  <dcterms:created xsi:type="dcterms:W3CDTF">2026-01-12T13:42:26Z</dcterms:created>
  <dcterms:modified xsi:type="dcterms:W3CDTF">2026-01-12T18:43:06Z</dcterms:modified>
</cp:coreProperties>
</file>